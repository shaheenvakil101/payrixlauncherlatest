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029200"/>
            <a:ext cx="1645920" cy="1645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566928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48640"/>
            <a:ext cx="2926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🔧  QA Engineering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Payrix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029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BD5E1"/>
                </a:solidFill>
              </a:rPr>
              <a:t>Accelerating ePayment QA — Webhooks, Transactions &amp;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Shaheen Vakil  ·  BQE Software  ·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94960"/>
            <a:ext cx="283464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 min  |  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5394960"/>
            <a:ext cx="283464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Live Tool  |  WPF · .NET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5394960"/>
            <a:ext cx="283464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AI-Assist  |  Claude + Prompts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93B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9E0B"/>
                </a:solidFill>
              </a:rPr>
              <a:t>Why did we need this tool?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48640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00200"/>
            <a:ext cx="64008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09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⏱  Time Drain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94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During ePayment testing we were spending excessive time
because most webhooks are NOT working in 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48640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6400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70992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🔧  Manual Postman Workaround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945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Every test case required running webhooks locally via Postman.
No standard webhook existed for transactions.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31920"/>
            <a:ext cx="548640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931920"/>
            <a:ext cx="64008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4041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✏️  Fragile Manipulation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QA had to manually edit existing webhooks — changing individual
elements — then re-execute. Error-prone and slow.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931920"/>
            <a:ext cx="5486400" cy="210312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64008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404164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🚫  No On-Demand Webhook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45262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We had NO tool to generate the exact webhook payload for a
specific transaction and post it instantly.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⚡  Bottom Line: QA velocity was blocked by tooling gaps in ePayment webhook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93B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Solution — Payrix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59E0B"/>
                </a:solidFill>
              </a:rPr>
              <a:t>One tool.  Every ePayment test need covered.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64008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💳  Fetch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Fetch latest, credit card, or ACH transactions directly from Payrix API. Filter by email, count,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60020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600200"/>
            <a:ext cx="64008" cy="2194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📡  Webhook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Generate exact webhook payloads (Entity Created, Merchant Boarded, txn events) from live data on the fly.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64008" cy="2194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🏦  ACH / eCheck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9456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Full ACH suite: fetch, post, return, refund. Generates correct ACH webhook with real transaction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🔗  Host DB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Query local Host DB by email to auto-fill AccountID + CompanyID. Handles multiple companies.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02336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023360"/>
            <a:ext cx="64008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📋  Webhook Post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Build &amp; send webhook payloads directly to any Core endpoint. Supports all webhook types.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4023360"/>
            <a:ext cx="365760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4023360"/>
            <a:ext cx="64008" cy="21945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🌓  Dark / Light Themes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6177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Full dark and light theme with instant switching. Designed for long testing sessions.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Result: QA can generate &amp; fire any webhook in seconds.  Zero Postman dependency.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93B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Key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49240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📡  Webhook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>
                <a:solidFill>
                  <a:srgbClr val="CBD5E1"/>
                </a:solidFill>
              </a:rPr>
              <a:t>▸  Generate Entity Created &amp; Merchant Boarded webhooks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Generate transaction webhooks (CC Sale, Auth, Capture, Refund, Return)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Generate ACH Sale, Return &amp; Refund webhooks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Auto-populate from fetched Payrix transaction data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EntityCustom (AccountID, CompanyID) auto-filled from Host DB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Post to any environment endpoint with one click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View raw JSON before sending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5806440" cy="25146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</a:rPr>
              <a:t>💳  Transaction Fetching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>
                <a:solidFill>
                  <a:srgbClr val="CBD5E1"/>
                </a:solidFill>
              </a:rPr>
              <a:t>▸  Fetch by email, merchant ID, or transaction ID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Quick-filter: Credit Card (types 1–5) / ACH (types 7–8)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Fetch Latest with configurable count (1 / 5 / 10 / 20)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Sandbox &amp; Production environment switch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Line items, disbursements, raw JSON explorer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794760"/>
            <a:ext cx="5806440" cy="2697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886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🏦  ACH Testing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38912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>
                <a:solidFill>
                  <a:srgbClr val="CBD5E1"/>
                </a:solidFill>
              </a:rPr>
              <a:t>▸  Fetch ACH transactions by email or merchant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Post ACH Sale webhook from fetched transaction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Generate ACH Return / Refund payloads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Auto-resolves entity IDs from Host DB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▸  Validates merchant / account before posting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93B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I Achieved This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59E0B"/>
                </a:solidFill>
              </a:rPr>
              <a:t>End-to-end domain knowledge  +  Prompt Engineering  +  AI-Assisted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10149840" cy="45720"/>
          </a:xfrm>
          <a:prstGeom prst="rect">
            <a:avLst/>
          </a:prstGeom>
          <a:solidFill>
            <a:srgbClr val="334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3154679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251460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75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Domain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4963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Deep understanding of the full ePayment flow:
Payrix API → webhook structure → Core processing → DB state</a:t>
            </a:r>
          </a:p>
        </p:txBody>
      </p:sp>
      <p:sp>
        <p:nvSpPr>
          <p:cNvPr id="15" name="Oval 14"/>
          <p:cNvSpPr/>
          <p:nvPr/>
        </p:nvSpPr>
        <p:spPr>
          <a:xfrm>
            <a:off x="4160520" y="3154679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1691640"/>
            <a:ext cx="251460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54680" y="1691640"/>
            <a:ext cx="25146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801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075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Requirements in Prompt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24963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Captured every requirement as a detailed prompt:
webhook types, field names, API endpoints, entity resolution, DB queries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3154679"/>
            <a:ext cx="365760" cy="3657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1691640"/>
            <a:ext cx="251460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52160" y="1691640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1888" y="1801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2075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AI-Driven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24963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Provided prompt to Claude AI which generated the application code.
Iterative refinement: test → observe → re-prompt → improve</a:t>
            </a:r>
          </a:p>
        </p:txBody>
      </p:sp>
      <p:sp>
        <p:nvSpPr>
          <p:cNvPr id="27" name="Oval 26"/>
          <p:cNvSpPr/>
          <p:nvPr/>
        </p:nvSpPr>
        <p:spPr>
          <a:xfrm>
            <a:off x="9555480" y="3154679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49640" y="1691640"/>
            <a:ext cx="2514600" cy="150876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9640" y="169164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59368" y="1801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STEP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20756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Verification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9368" y="249631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Validated every feature against live Payrix sandbox:
real API calls, actual webhook posts, Host DB integration confirmed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749039"/>
            <a:ext cx="11247120" cy="1508760"/>
          </a:xfrm>
          <a:prstGeom prst="rect">
            <a:avLst/>
          </a:prstGeom>
          <a:solidFill>
            <a:srgbClr val="1A1F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749039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8404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</a:rPr>
              <a:t>"I know the end-to-end flow of this process. I created a comprehensive prompt covering every requirement —
webhook structures, Payrix API behaviour, entity resolution, ACH flows, DB integration — and used AI
to build the application, then validated each feature against live Payrix data."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120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59E0B"/>
                </a:solidFill>
              </a:rPr>
              <a:t>— Shaheen Vakil, QA Engineer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355080"/>
            <a:ext cx="2103120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Payrix REST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6355080"/>
            <a:ext cx="210312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Webhook Payloads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6355080"/>
            <a:ext cx="21031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59" y="6355080"/>
            <a:ext cx="21031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Claude AI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6355080"/>
            <a:ext cx="21031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WPF .NET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93B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How It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4114800" cy="53949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🏗 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282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282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C#  /  WPF  /  .NET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368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UI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3682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Code-behind MVVM-lite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00837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Theming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00837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Dynamic ResourceDictionary
(Dark + Light themes)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6484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HTTP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64845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HttpClient  +  System.Text.Json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2885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28853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Payrix REST (Sandbox + Production)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92861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DB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92861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SqlClient → Host DB queries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532120"/>
            <a:ext cx="3840480" cy="566928"/>
          </a:xfrm>
          <a:prstGeom prst="rect">
            <a:avLst/>
          </a:prstGeom>
          <a:solidFill>
            <a:srgbClr val="0F172A"/>
          </a:solidFill>
          <a:ln w="19050">
            <a:solidFill>
              <a:srgbClr val="1E4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5686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AI Assisted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5686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Claude AI via prompt engineering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097280"/>
            <a:ext cx="7040880" cy="5394960"/>
          </a:xfrm>
          <a:prstGeom prst="rect">
            <a:avLst/>
          </a:prstGeom>
          <a:solidFill>
            <a:srgbClr val="0A101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11887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🖥  Tool Screenshot (Transactions Tab — Dark Mode)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1645920"/>
            <a:ext cx="685800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1664208"/>
            <a:ext cx="126187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92040" y="1993392"/>
            <a:ext cx="126187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59" y="169164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664208"/>
            <a:ext cx="126187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169164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ACH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1664208"/>
            <a:ext cx="126187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169164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Webhooks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1664208"/>
            <a:ext cx="126187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169164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Post Txn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0" y="1664208"/>
            <a:ext cx="1261872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169164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</a:rPr>
              <a:t>Settings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2103120"/>
            <a:ext cx="685800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92040" y="2148840"/>
            <a:ext cx="3200400" cy="320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56048" y="21762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📧  user@company.com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2148840"/>
            <a:ext cx="118872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🔍 Search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64040" y="2148840"/>
            <a:ext cx="100584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⚡ Latest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561320" y="2148840"/>
            <a:ext cx="777240" cy="3200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50800" bIns="50800" lIns="101600" rIns="1016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💳 CC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2587752"/>
            <a:ext cx="685800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260604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26060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Email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26060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Amount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26060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260604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Status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87000" y="2606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</a:rPr>
              <a:t>Created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2907792"/>
            <a:ext cx="6858000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846320" y="2907792"/>
            <a:ext cx="54864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92040" y="3017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t_8f2a1…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30175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john@acme.com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18120" y="3017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$109.99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3017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CC Sale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4040" y="30175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</a:rPr>
              <a:t>✓ Done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2026-06-01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6320" y="3383280"/>
            <a:ext cx="6858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349300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t_3b9c4…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0" y="34930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jane@corp.com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18120" y="3493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$49.00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41080" y="3493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CC Auth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64040" y="3493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</a:rPr>
              <a:t>✓ Done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349300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2026-05-30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46320" y="3858768"/>
            <a:ext cx="6858000" cy="4572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92040" y="39684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t_7d1e8…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2200" y="39684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bob@firm.com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$299.00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4108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ACH Sale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64040" y="39684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</a:rPr>
              <a:t>✓ Done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87000" y="39684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2026-05-29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46320" y="4334256"/>
            <a:ext cx="685800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92040" y="4443984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t_2a5f0…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2200" y="4443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alice@inc.com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18120" y="44439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$19.99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41080" y="44439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CC Refund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64040" y="44439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9E0B"/>
                </a:solidFill>
              </a:rPr>
              <a:t>↩ Refund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87000" y="4443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2026-05-28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46320" y="4937760"/>
            <a:ext cx="6858000" cy="365760"/>
          </a:xfrm>
          <a:prstGeom prst="rect">
            <a:avLst/>
          </a:prstGeom>
          <a:solidFill>
            <a:srgbClr val="0A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92040" y="4956048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</a:rPr>
              <a:t>✅  [Sandbox] Loaded 4 transactions  |  Sandbox mode  |  Last fetch: 14:32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64739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Built with WPF / .NET 8  ·  Prompt-engineered requirements  ·  AI-assisted code generation  ·  Live Payrix API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